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81" r:id="rId5"/>
    <p:sldId id="261" r:id="rId6"/>
    <p:sldId id="283" r:id="rId7"/>
    <p:sldId id="284" r:id="rId8"/>
    <p:sldId id="277" r:id="rId9"/>
    <p:sldId id="2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879" autoAdjust="0"/>
  </p:normalViewPr>
  <p:slideViewPr>
    <p:cSldViewPr snapToGrid="0">
      <p:cViewPr>
        <p:scale>
          <a:sx n="75" d="100"/>
          <a:sy n="75" d="100"/>
        </p:scale>
        <p:origin x="744" y="259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31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GAMES COMMERCE DATABASE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E24607-C9E3-559C-7B10-21FC5468E21C}"/>
              </a:ext>
            </a:extLst>
          </p:cNvPr>
          <p:cNvSpPr txBox="1"/>
          <p:nvPr/>
        </p:nvSpPr>
        <p:spPr>
          <a:xfrm>
            <a:off x="128016" y="6018752"/>
            <a:ext cx="6144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+mj-lt"/>
              </a:rPr>
              <a:t>PROG211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 Relational Databases</a:t>
            </a: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Eumee Garcia, Vanesa Robledo, Connar Thompson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425" y="466344"/>
            <a:ext cx="6241651" cy="1710354"/>
          </a:xfrm>
          <a:noFill/>
        </p:spPr>
        <p:txBody>
          <a:bodyPr anchor="ctr"/>
          <a:lstStyle/>
          <a:p>
            <a:r>
              <a:rPr lang="en-US" dirty="0"/>
              <a:t>Project Use Case</a:t>
            </a:r>
          </a:p>
        </p:txBody>
      </p:sp>
      <p:pic>
        <p:nvPicPr>
          <p:cNvPr id="20" name="Picture Placeholder 7">
            <a:extLst>
              <a:ext uri="{FF2B5EF4-FFF2-40B4-BE49-F238E27FC236}">
                <a16:creationId xmlns:a16="http://schemas.microsoft.com/office/drawing/2014/main" id="{59669B42-CC26-1A2A-1FE7-526E425D01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738" r="18738"/>
          <a:stretch/>
        </p:blipFill>
        <p:spPr>
          <a:xfrm>
            <a:off x="0" y="0"/>
            <a:ext cx="4287838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426" y="2286000"/>
            <a:ext cx="6241650" cy="347472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chemeClr val="tx1">
                  <a:lumMod val="75000"/>
                  <a:lumOff val="25000"/>
                </a:schemeClr>
              </a:buClr>
            </a:pPr>
            <a:r>
              <a:rPr lang="en-US" dirty="0"/>
              <a:t>Manage video game commerce</a:t>
            </a:r>
          </a:p>
          <a:p>
            <a:pPr lvl="3">
              <a:buClr>
                <a:schemeClr val="tx1">
                  <a:lumMod val="75000"/>
                  <a:lumOff val="25000"/>
                </a:schemeClr>
              </a:buClr>
            </a:pPr>
            <a:r>
              <a:rPr lang="en-US" dirty="0"/>
              <a:t>Track video games and consoles sold in the business and purchases made by customers</a:t>
            </a:r>
          </a:p>
          <a:p>
            <a:pPr lvl="4">
              <a:buClr>
                <a:schemeClr val="tx1">
                  <a:lumMod val="75000"/>
                  <a:lumOff val="25000"/>
                </a:schemeClr>
              </a:buClr>
            </a:pPr>
            <a:r>
              <a:rPr lang="en-US" dirty="0"/>
              <a:t>Manage customers that register with the store</a:t>
            </a:r>
          </a:p>
          <a:p>
            <a:pPr lvl="4">
              <a:buClr>
                <a:schemeClr val="tx1">
                  <a:lumMod val="75000"/>
                  <a:lumOff val="25000"/>
                </a:schemeClr>
              </a:buClr>
            </a:pPr>
            <a:r>
              <a:rPr lang="en-US" dirty="0"/>
              <a:t>Manage employees that work at stores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E2A2F88D-E6F0-4BDA-6F23-42FCAF5DB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311" y="19887"/>
            <a:ext cx="8681378" cy="68182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F09DBAC-2546-B66A-F4C0-CE46A745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05" y="186222"/>
            <a:ext cx="1188855" cy="616418"/>
          </a:xfrm>
          <a:noFill/>
        </p:spPr>
        <p:txBody>
          <a:bodyPr anchor="ctr"/>
          <a:lstStyle/>
          <a:p>
            <a:r>
              <a:rPr lang="en-US" dirty="0" err="1"/>
              <a:t>erd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752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screenshot of a computer program">
            <a:extLst>
              <a:ext uri="{FF2B5EF4-FFF2-40B4-BE49-F238E27FC236}">
                <a16:creationId xmlns:a16="http://schemas.microsoft.com/office/drawing/2014/main" id="{425FA523-BAC6-CA29-E0C2-F44D672A44D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" r="46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C6199A1-4E66-41B1-7376-DA3ED4D44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Project demo</a:t>
            </a:r>
          </a:p>
        </p:txBody>
      </p:sp>
    </p:spTree>
    <p:extLst>
      <p:ext uri="{BB962C8B-B14F-4D97-AF65-F5344CB8AC3E}">
        <p14:creationId xmlns:p14="http://schemas.microsoft.com/office/powerpoint/2010/main" val="3173330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  <a:noFill/>
        </p:spPr>
        <p:txBody>
          <a:bodyPr anchor="b"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8200" y="2257063"/>
            <a:ext cx="4894006" cy="390490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Representing both video games and consoles in purchases</a:t>
            </a:r>
          </a:p>
          <a:p>
            <a:pPr marL="2857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Solution</a:t>
            </a:r>
            <a:r>
              <a:rPr lang="en-US" dirty="0"/>
              <a:t>: Create inventory entity</a:t>
            </a:r>
          </a:p>
          <a:p>
            <a:pPr marL="2857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b="1" dirty="0"/>
          </a:p>
        </p:txBody>
      </p:sp>
      <p:pic>
        <p:nvPicPr>
          <p:cNvPr id="15" name="Picture Placeholder 5">
            <a:extLst>
              <a:ext uri="{FF2B5EF4-FFF2-40B4-BE49-F238E27FC236}">
                <a16:creationId xmlns:a16="http://schemas.microsoft.com/office/drawing/2014/main" id="{BBD84AA8-495D-1210-1B06-DA73C5BCF36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727" r="30727"/>
          <a:stretch/>
        </p:blipFill>
        <p:spPr>
          <a:xfrm>
            <a:off x="7500938" y="-22225"/>
            <a:ext cx="4714875" cy="6880225"/>
          </a:xfrm>
        </p:spPr>
      </p:pic>
    </p:spTree>
    <p:extLst>
      <p:ext uri="{BB962C8B-B14F-4D97-AF65-F5344CB8AC3E}">
        <p14:creationId xmlns:p14="http://schemas.microsoft.com/office/powerpoint/2010/main" val="1649597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6" y="1164414"/>
            <a:ext cx="9467127" cy="25279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22</TotalTime>
  <Words>69</Words>
  <Application>Microsoft Office PowerPoint</Application>
  <PresentationFormat>Widescreen</PresentationFormat>
  <Paragraphs>16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Wingdings</vt:lpstr>
      <vt:lpstr>Custom</vt:lpstr>
      <vt:lpstr>GAMES COMMERCE DATABASE</vt:lpstr>
      <vt:lpstr>Project Use Case</vt:lpstr>
      <vt:lpstr>erd</vt:lpstr>
      <vt:lpstr>Project demo</vt:lpstr>
      <vt:lpstr>CHALLENGES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Vanesa Robledo</dc:creator>
  <cp:lastModifiedBy>Vanesa Robledo</cp:lastModifiedBy>
  <cp:revision>6</cp:revision>
  <dcterms:created xsi:type="dcterms:W3CDTF">2025-12-08T19:23:14Z</dcterms:created>
  <dcterms:modified xsi:type="dcterms:W3CDTF">2025-12-08T19:46:01Z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